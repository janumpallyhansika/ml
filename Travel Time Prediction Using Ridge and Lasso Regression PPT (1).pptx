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4"/>
  </p:notesMasterIdLst>
  <p:sldIdLst>
    <p:sldId id="2767" r:id="rId5"/>
    <p:sldId id="257" r:id="rId6"/>
    <p:sldId id="2768" r:id="rId7"/>
    <p:sldId id="2769" r:id="rId8"/>
    <p:sldId id="2773" r:id="rId9"/>
    <p:sldId id="2770" r:id="rId10"/>
    <p:sldId id="2771" r:id="rId11"/>
    <p:sldId id="2772" r:id="rId12"/>
    <p:sldId id="27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5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 fontScale="90000"/>
          </a:bodyPr>
          <a:lstStyle/>
          <a:p>
            <a:r>
              <a:rPr lang="en-IN" b="1" dirty="0"/>
              <a:t>Travel Time Prediction Using Ridge and Lasso Regression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10/5/2026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noProof="0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IN" sz="3600" b="1" dirty="0"/>
              <a:t>Problem Statement</a:t>
            </a:r>
            <a:endParaRPr lang="en-US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8E3B00-1D53-D36F-3AE2-13C006DE6D05}"/>
              </a:ext>
            </a:extLst>
          </p:cNvPr>
          <p:cNvSpPr txBox="1"/>
          <p:nvPr/>
        </p:nvSpPr>
        <p:spPr>
          <a:xfrm>
            <a:off x="716280" y="1687009"/>
            <a:ext cx="6097554" cy="336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Travel time varies depending on: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Distance between locations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Pickup and drop-off coordinates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Time of travel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Day of the week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Weekend/weekday patterns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Traditional estimation methods may not provide a consistent prediction.</a:t>
            </a:r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4492-A557-CFA0-8061-7D3A052E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8A68-8088-A30F-1706-3C696E3E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IN" sz="3600" b="1" dirty="0"/>
              <a:t>Proposed Solution</a:t>
            </a:r>
            <a:endParaRPr lang="en-US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EBE93-0818-2BB0-FB8D-6F67B42E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54B8A-CB41-79EF-140F-8484964E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C0279-4DD3-14D2-5C7F-24046411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D1D95-FA16-DC54-2458-FD2100C205D8}"/>
              </a:ext>
            </a:extLst>
          </p:cNvPr>
          <p:cNvSpPr txBox="1"/>
          <p:nvPr/>
        </p:nvSpPr>
        <p:spPr>
          <a:xfrm>
            <a:off x="716280" y="1687009"/>
            <a:ext cx="6097554" cy="336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Develop a machine-learning system that: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Accepts pickup and drop-off locations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Calculates route distance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historical trip data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Predicts travel time using </a:t>
            </a:r>
            <a:r>
              <a:rPr lang="en-IN" b="1" dirty="0"/>
              <a:t>Ridge Regression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Predicts travel time using </a:t>
            </a:r>
            <a:r>
              <a:rPr lang="en-IN" b="1" dirty="0"/>
              <a:t>Lasso Regression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Compares both models and recommends the better model</a:t>
            </a:r>
          </a:p>
        </p:txBody>
      </p:sp>
    </p:spTree>
    <p:extLst>
      <p:ext uri="{BB962C8B-B14F-4D97-AF65-F5344CB8AC3E}">
        <p14:creationId xmlns:p14="http://schemas.microsoft.com/office/powerpoint/2010/main" val="2368653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31E6-CFE5-B29C-D211-BA01EB50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06D7-3191-589D-95CF-84851DCC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IN" sz="3600" b="1" dirty="0"/>
              <a:t>Proposed Solution</a:t>
            </a:r>
            <a:endParaRPr lang="en-US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34A12-0329-9224-C3C8-A0606FAE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8FC6-BFE0-2852-8650-2FF37152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2B5C-58D6-F10A-D981-5E97CE13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26DE37-480A-6D20-082F-638895078EC5}"/>
              </a:ext>
            </a:extLst>
          </p:cNvPr>
          <p:cNvSpPr txBox="1"/>
          <p:nvPr/>
        </p:nvSpPr>
        <p:spPr>
          <a:xfrm>
            <a:off x="716280" y="1687009"/>
            <a:ext cx="6097554" cy="336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Develop a machine-learning system that: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Accepts pickup and drop-off locations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Calculates route distance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historical trip data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Predicts travel time using </a:t>
            </a:r>
            <a:r>
              <a:rPr lang="en-IN" b="1" dirty="0"/>
              <a:t>Ridge Regression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Predicts travel time using </a:t>
            </a:r>
            <a:r>
              <a:rPr lang="en-IN" b="1"/>
              <a:t>Lasso Regression</a:t>
            </a:r>
            <a:endParaRPr lang="en-IN" b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Compares </a:t>
            </a:r>
            <a:r>
              <a:rPr lang="en-IN" dirty="0"/>
              <a:t>both models and recommends the better model</a:t>
            </a:r>
          </a:p>
        </p:txBody>
      </p:sp>
    </p:spTree>
    <p:extLst>
      <p:ext uri="{BB962C8B-B14F-4D97-AF65-F5344CB8AC3E}">
        <p14:creationId xmlns:p14="http://schemas.microsoft.com/office/powerpoint/2010/main" val="1909247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CD40D-11E9-EA1A-6B64-9E9B8A0C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1D09-6B76-4716-AD3D-9F53166D3BF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A21D5-1A76-E0A2-7ABF-3C901ADF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59159-D020-5ACC-BCAC-C795652F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D2BBD6-2636-0776-81FB-7B8A9C686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29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220C-752B-82E8-F460-591D4803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4796-85A7-5A88-0884-09DD3B80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IN" sz="3600" b="1" dirty="0"/>
              <a:t>Dataset &amp; Preprocessing</a:t>
            </a:r>
            <a:br>
              <a:rPr lang="en-IN" sz="3600" dirty="0"/>
            </a:br>
            <a:endParaRPr lang="en-US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9E5CD-198B-2692-A40F-37947DD4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DCF16-B7A5-0811-5977-92B874A0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7C887-339D-0CFB-D1A6-C16FB0F3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A1556-F97C-59CB-E73F-F85FEFD8AED3}"/>
              </a:ext>
            </a:extLst>
          </p:cNvPr>
          <p:cNvSpPr txBox="1"/>
          <p:nvPr/>
        </p:nvSpPr>
        <p:spPr>
          <a:xfrm>
            <a:off x="557504" y="1168302"/>
            <a:ext cx="609755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Approximately </a:t>
            </a:r>
            <a:r>
              <a:rPr lang="en-IN" b="1" dirty="0"/>
              <a:t>146K historical trip records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Pickup and drop-off coordinates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Date and time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Trip duration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Preprocessing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Removed missing values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Removed invalid coordinates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Converted duration into minutes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Extracted time-based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Calculated geographical distance</a:t>
            </a:r>
          </a:p>
          <a:p>
            <a:pPr>
              <a:buNone/>
            </a:pPr>
            <a:r>
              <a:rPr lang="en-IN" b="1" dirty="0"/>
              <a:t>Feature Engineering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Distance in km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Hour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Day of week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Weekend indicator</a:t>
            </a:r>
          </a:p>
        </p:txBody>
      </p:sp>
    </p:spTree>
    <p:extLst>
      <p:ext uri="{BB962C8B-B14F-4D97-AF65-F5344CB8AC3E}">
        <p14:creationId xmlns:p14="http://schemas.microsoft.com/office/powerpoint/2010/main" val="22734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1A4E-E402-9B6F-145E-AB0E64DD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4E1B-E462-F060-048A-B4767AE6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IN" sz="3600" b="1" dirty="0"/>
              <a:t>Model Building</a:t>
            </a:r>
            <a:endParaRPr lang="en-US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ED63-20BF-037B-CCBB-B3FE013C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D00AF-3810-916E-BAE8-FD0EA48C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FFF59-EB84-ED24-36A1-AFA010A2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A3AD8-C836-021A-FD21-8984E985BC34}"/>
              </a:ext>
            </a:extLst>
          </p:cNvPr>
          <p:cNvSpPr txBox="1"/>
          <p:nvPr/>
        </p:nvSpPr>
        <p:spPr>
          <a:xfrm>
            <a:off x="429768" y="1582340"/>
            <a:ext cx="60975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Ridge Regression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L2 regularization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Reduces coefficient magnitude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Helps control overfitting</a:t>
            </a:r>
          </a:p>
          <a:p>
            <a:pPr>
              <a:lnSpc>
                <a:spcPct val="150000"/>
              </a:lnSpc>
            </a:pPr>
            <a:r>
              <a:rPr lang="en-IN" b="1" dirty="0"/>
              <a:t>Lasso Regression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L1 regularization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Can reduce less-important feature coefficients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Helps with feature selection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71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8312-8E0C-EDCA-BFAE-7F2BACDF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0D9D-1F00-643C-F9F1-B72D2E59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IN" sz="3600" b="1" dirty="0"/>
              <a:t>Results &amp; Model Comparison</a:t>
            </a:r>
            <a:endParaRPr lang="en-US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CE2B0-AE37-30D7-A271-CB2E864E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A41B1-24E1-BCDA-B93B-511EC88E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FB56-9658-4F44-D07E-89D7FD1F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5AAF69-9822-BD1A-7F32-6C8631FEA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454134"/>
              </p:ext>
            </p:extLst>
          </p:nvPr>
        </p:nvGraphicFramePr>
        <p:xfrm>
          <a:off x="1770743" y="202595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503478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009102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27311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Lasso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99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Slightly higher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3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Slightly higher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862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Slightly higher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47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93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31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F131-01E3-F65B-5DEC-FCB6B61E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894113"/>
            <a:ext cx="11201400" cy="1833279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A45D6-5C98-9890-536D-9E2E84C31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31139-C220-3AF9-4108-B5942F4A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CB3D2-383B-C462-6B2E-5C699B70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774831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{AA9C69E9-30F6-4351-B185-0271A1F6918C}05f950ec-c865-457c-93ae-9eb2ef1c603f-TFa19fa653-f273-4169-96ef-448bb1cd1027_win32</Template>
  <TotalTime>12</TotalTime>
  <Words>278</Words>
  <Application>Microsoft Office PowerPoint</Application>
  <PresentationFormat>Widescreen</PresentationFormat>
  <Paragraphs>99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Neue Haas Grotesk Text Pro</vt:lpstr>
      <vt:lpstr>OasisVTI</vt:lpstr>
      <vt:lpstr>Travel Time Prediction Using Ridge and Lasso Regression</vt:lpstr>
      <vt:lpstr>Problem Statement</vt:lpstr>
      <vt:lpstr>Proposed Solution</vt:lpstr>
      <vt:lpstr>Proposed Solution</vt:lpstr>
      <vt:lpstr>PowerPoint Presentation</vt:lpstr>
      <vt:lpstr>Dataset &amp; Preprocessing </vt:lpstr>
      <vt:lpstr>Model Building</vt:lpstr>
      <vt:lpstr>Results &amp; Model Comparison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hansika janumpally</dc:creator>
  <cp:lastModifiedBy>hansika janumpally</cp:lastModifiedBy>
  <cp:revision>1</cp:revision>
  <dcterms:created xsi:type="dcterms:W3CDTF">2026-10-05T02:56:49Z</dcterms:created>
  <dcterms:modified xsi:type="dcterms:W3CDTF">2026-10-05T03:09:05Z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